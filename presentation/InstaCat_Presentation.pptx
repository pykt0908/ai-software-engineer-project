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ยินดีต้อนรับทุกท่านครับ วันนี้ผมจะนำเสนอโปรเจกต์ InstaCat แอปโซเชียลมีเดียสำหรับคนรักแมวที่พัฒนาขึ้นอย่างสมบูรณ์แบบทั้ง 13 หน้าจอจริง เชื่อมต่อ Flutter, Strapi 5, Postgres และ Gemini Vision AI พร้อมเจาะลึกสไตล์การสั่งงาน AI และการแก้ปัญหาจริงครับ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InstaCat มีเป้าหมายชัดเจนคือการเป็นคอมมูนิตี้สำหรับคนรักแมว กฎเหล็กของโปรเจกต์คือห้ามแตะต้องหรือทำลาย UI เดิม แต่ต้องต่อท่อให้ใช้งานได้จริงกับ Backend และฐานข้อมูลครบทุกฟังก์ชันครับ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ระบบถูกออกแบบเป็น 4 Tier ชัดเจน: ฝั่ง Client เป็น Flutter 3.x, ฝั่ง Backend ใช้ Strapi 5, ฐานข้อมูลคือ PostgreSQL 16 และเชื่อมต่อ Cloud AI ด้วย Gemini 2.5 Flash สำหรับการวิเคราะห์ภาพแมวครับ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สไตล์การสั่งงาน AI ของโปรเจกต์นี้มีเอกลักษณ์สูง: เราใช้ Spec-Driven กำหนดสเปกชัดเจน, สั่งงานเป็น Milestone ขั้นบันได และใช้วิธี Feedback สั้นตรงประเด็น เพื่อให้ AI แก้ไขปัญหาได้เร็วที่สุดครับ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วงจรการทำงานของเราคือ Agentic Loop: AI สำรวจ วางแผน แก้ไขไฟล์พร้อมกัน รันคำสั่งจริง และแคปเจอร์หน้าจอยืนยันผลลัพธ์ ทำให้โปรเจกต์ก้าวหน้าอย่างรวดเร็วและมีคุณภาพสูงครับ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หน้าจอชุดแรกคือระบบความปลอดภัย: Switch Account จดจำบัญชีในเครื่อง, Clean Login ตรวจสอบรหัสผ่าน, และ Register Screen ที่เชื่อมต่อกับ Strapi Auth อย่างปลอดภัยครับ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 Feed มีฟังก์ชันครบถ้วน: แถบ Cat Stories, Carousel 5 ภาพพร้อมตัวเลขบอกลำดับ, Optimistic Like ที่ตอบสนองทันที และ Bottom Sheet สำหรับคอมเมนต์ใต้โพสต์ครับ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 Explore ช่วยให้ผู้ใช้ค้นพบคอนเทนต์แมวใหม่ๆ ด้วยช่อง Search อัจฉริยะ, แถบตัวกรองสายพันธุ์ และตารางภาพแบบมีสัญลักษณ์แยกระหว่างภาพนิ่งและคลิปวิดีโอ Reels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หน้าสร้างโพสต์ประกอบด้วย Gallery Picker สำหรับเลือกรูปหลายใบพร้อมกัน และหน้า Post Composer ที่มีฟิลเตอร์สีแมว, แฮชแท็กสำเร็จรูป และปุ่ม Generate with AI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ฟีเจอร์ AI Caption ใช้ Gemini 2.5 Flash วิเคราะห์ภาพแมวตาแป๋ว แล้วสร้างแคปชันภาษาไทย 4 สไตล์ให้เลือก เช่น น่ารัก หรือ กวนๆ ผู้ใช้แตะปุ๊บข้อความจะลงไปในโพสต์ทันทีครับ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 Add Location ใช้ GPS ดึงพิกัดจริงและแปลงเป็นชื่อถนนด้วย OpenStreetMap ผู้ใช้สามารถเลือกสถานที่ที่ตรวจจับได้ หรือพิมพ์ชื่อสถานที่ที่กำหนดเองได้อย่างอิสระครับ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 Notifications รวมกิจกรรมของผู้ใช้ มี Filter Pills แยกดูเฉพาะ Likes หรือ Comments พร้อมปุ่ม Follow กลับได้ในคลิกเดียว และมีรูป Thumbnail ของโพสต์ที่ถูก Like กำกับไว้ชัดเจนครับ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หน้า Profile ดึงสถิติจริงจาก PostgreSQL มี Highlights และป้ายสายพันธุ์ ส่วนหน้า Edit Profile สามารถอัปเดตข้อมูล Bio, หมวดหมู่สายพันธุ์ และมีสวิตช์เปิดปิด Public Profile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ในฝั่ง Backend เราแก้ปัญหา Strapi 5 RBAC ด้วย Bootstrap Script, แก้ปัญหาพอร์ต Postgres 5433, จัดการการ Populate ข้อมูลใน Document Service และรองรับ IP 10.0.2.2 บน Android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ในฝั่ง Mobile และ AI เราแก้ปัญหา iOS Keychain Error -34018 ด้วย In-Memory Fallback, ติดตั้ง Image Compression ลดขนาดรูป 75%, ทำความสะอาด JSON จาก Gemini และจัด Spacing ใหม่ทั้งหมดครับ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ด้าน QA เรามี Automated Tests 27 ชุด ผ่าน 100%, รัน flutter analyze ผ่าน 0 warning และทดสอบใช้งานจริงบน Simulator ผ่านทั้ง 13 หน้าจออย่างไร้ข้อผิดพลาดครับ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บทเรียนสำคัญคือ AI ช่วยเร่งสปีดการทำงานได้มหาศาล โดยมีวิศวกรเป็นผู้กำหนดสเปกและสถาปัตยกรรม การผสานมนุษย์กับ AI เช่นนี้ทำให้ได้ซอฟต์แวร์ที่มีคุณภาพสูงและรวดเร็วครับ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altLang="th-TH">
                <a:latin typeface="LINE Seed Sans TH"/>
                <a:cs typeface="LINE Seed Sans TH"/>
                <a:ea typeface="LINE Seed Sans TH"/>
              </a:rPr>
              <a:t>InstaCat พร้อมสำหรับการต่อยอดสู่ระบบ Push Notifications และ Breed Classifier ในอนาคต และวันนี้ระบบทั้ง 13 หน้าจอเสร็จสมบูรณ์พร้อมใช้งานจริงแล้วครับ ขอขอบคุณทุกท่านครับ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🐾 AI SOFTWARE ENGINEER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InstaCat: The Purr-fect Pet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การพัฒนาโมบายโซเชียลมีเดียแบบ Full-Stack (Flutter ↔ Strapi 5 ↔ PostgreSQL ↔ Gemini AI)
ด้วยสไตล์การสั่งงาน AI ชั้นสูง (Spec-Driven Prompting) และ Agentic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32918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1947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สถาปัตยกรรมระดับองค์กร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3-Tier Full-Stack Production Architecture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Flutter + Strapi 5 + PostgreSQL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754880"/>
            <a:ext cx="32918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91947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ปัญญาประดิษฐ์วิทัศน์ (Vision AI)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Google Gemini 2.5 Flash Multimodal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วิเคราะห์รูปแมวสร้างแคปชัน 4 สไตล์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754880"/>
            <a:ext cx="32918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91947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ความสมบูรณ์ 100%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แสดงผลครบทุก 13 หน้าจอจริง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27 Automated Tests ผ่าน 100%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1: CONCEPT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ภาพรวมและความเป็นมาของ InstaCat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เปลี่ยนโจทย์โซเชียลมีเดียสำหรับคนรักแมวสู่แอปพลิเคชันใช้งานจริงที่เสร็จสมบูรณ์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🎯 วิสัยทัศน์ (Project Vision)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สร้างพื้นที่คอมมูนิตี้เฉพาะกลุ่มสำหรับคนรักสัตว์เลี้ยง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แชร์ภาพ เรื่องราว และไลฟ์สไตล์ของน้องแมวอย่างสร้างสรรค์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เชื่อมโยง Mobile App, Headless CMS และ Cloud AI เข้าด้วยกัน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เป็นกรณีศึกษาต้นแบบของ AI Software Engineer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📏 ขอบเขตฟังก์ชัน (Feature Scope)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Authentication: One-Tap Switch Account, Login, Register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Feed &amp; Stories: ฟีดภาพหลายรูป, Cat Stories, Like, Comments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Explore &amp; Search: ค้นหาตามสายพันธุ์ และตารางภาพแบบมี Reels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Studio &amp; Creation: คัดเลือกรูปหลายใบ, ฟิลเตอร์, ปักหมุดพิกัด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Gemini AI: ผู้ช่วยแต่งคำบรรยายแมว 4 สไตล์อัตโนมัติ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🔒 กฎเหล็กของโปรเจกต์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'Do not recreate the project'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UI ของ Flutter เดิมคือ Visual Source of Truth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ห้ามลบทิ้งหรือสร้างแอปใหม่แบบ generic เด็ดขาด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มุ่งเน้นการต่อท่อเชื่อม UI เดิมเข้ากับ Backend จริง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ประสบการณ์ผู้ใช้ (UX/UI) ต้องประณีต ตรงตามต้นฉบับ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1: CONCEPT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สถาปัตยกรรมระบบ 3-Tier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การแยก Layer อิสระเพื่อความเสถียร รองรับการขยายตัว และง่ายต่อการทดสอบ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1031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📱 1. Client Tier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Flutter 3.x (Dart)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Material 3 Design System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LINE Seed Sans TH Font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Dio Network Interceptor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Flutter Secure Storage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Client Image Compression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Optimistic State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21031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⚡ 2. CMS / API Tier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Strapi 5 Headless CMS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Node.js &amp; TypeScript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Document Service Life-cycles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JWT &amp; Refresh Token Policies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Automated RBAC Bootstrap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Multipart Media Pipeline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Secure REST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21031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🗄️ 3. Data Tier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PostgreSQL 16 (Port 5433)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Relational Data Integrity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Tables: Users, Posts, Media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PostLikes, Comments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Follows &amp; Notifications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Foreign Key Constraints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Indexed Query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901952"/>
            <a:ext cx="21031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🤖 4. Cloud AI Tier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Google Gemini 2.5 Flash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Multimodal Vision Analysis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OpenStreetMap / Nominatim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Reverse Geocoding Engine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JSON Schema Strict Prompting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Fallback Heuristic Captions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Resilient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2: HUMAN-AI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Style การสั่งงาน AI: กลยุทธ์การกำกับ AI สูงสุด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ถอดรหัสเทคนิค Prompt Engineering และรูปแบบการสั่งงานที่ทำให้ AI ส่งงานได้ตรงเป้า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📑 1. Spec-Driven Directives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ส่งมอบเอกสาร Markdown Spec ที่ละเอียดเป็น Single Source of Truth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ระบุ Data Contract ครบถ้วน (Request / Response JSON)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กำหนด Acceptance Criteria ของทุกหน้าจอ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ผลลัพธ์: AI มีเข็มทิศที่แน่นอน ไม่คาดเดาเจตนาเอง ลดข้อผิดพลาดได้กว่า 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🪜 2. Milestone-Based Prompting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แบ่งงานเป็น Milestone ย่อยที่มีลำดับขึ้นลงอย่างมีตรรกะ: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Phase 1: DB &amp; Permissions Bootstrap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Phase 2: Authentication &amp; Keychain Fallback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Phase 3: Social Feed, Carousel &amp; Likes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Phase 4: Gemini Vision AI &amp; Location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Phase 5: UX Spacing &amp; 13 Screens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⚡ 3. Adaptive Fast Feedback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รายงานปัญหาแบบสั้น กระชับ ตรงจุด เช่น: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'แอปค้างไป ฉัน restart ให้ใหม่แล้ว'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'ฉันเข้าสู่ระบบให้แล้ว'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เปิดทางให้ AI เข้าอ่าน Log, เข้าเช็ก Database และลุยงานต่อได้ทันที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กำหนด Negative Constraints: 'ห้ามรื้อ UI เดิม', 'ห้าม Hardcode ข้อมูลผู้ใช้'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2: HUMAN-AI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Agentic Workflow: วงจรการพัฒนาร่วมกับ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เปลี่ยนจากแค่การขอโค้ดมาเป็น Autonomous Pair-Programming ตลอดกระบวนการ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🔄 ลูปการปฏิบัติการของ AI (Autonomous Loop)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1. Codebase Inspection: สำรวจโครงสร้างโปรเจกต์จริงผ่าน Ripgrep และ File Viewer โดยไม่เดาโครงสร้างเอง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2. Implementation Planning: วางแผนการแก้ไฟล์ละเอียด แจกแจงความเสี่ยง และขออนุมัติก่อนแตะโค้ดส่วนสำคัญ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3. Multi-File Atomic Edits: อัปเดต Controller ในฝั่ง Node.js ควบคู่กับ Service ในฝั่ง Flutter ให้เข้าคู่กันในครั้งเดียว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4. Real-world Execution: รันเซิร์ฟเวอร์ Strapi, รัน Flutter, และคิวรี Database ด้วยคำสั่ง Terminal จริง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5. Visual Verification: สั่งให้เครื่องมือแตะหน้าจอ Simulator และ Capture รูปหน้าจอจริงเพื่อตรวจสอบผลงานด้วยตา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🚀 ประโยชน์ของการทำงานแบบ AI-First Workflow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Zero Context Switching: ไม่ต้องสลับหน้าต่างก๊อปปี้ Error มาแปะ AI จัดการผ่าน Shell ในตัว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High Velocity Delivery: พัฒนาระบบ Full-Stack ขนาด 13 หน้าจอเสร็จสมบูรณ์ในเวลาอันรวดเร็ว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High Code Quality: รัน flutter analyze และชุดทดสอบอัตโนมัติ 27 รายการจนผ่าน 100%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End-to-End Alignment: ข้อมูลใน Database สอดคล้องกับหน้าจอ UI จริงในทุกจุด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Live Screen Proof: มีภาพถ่ายหน้าจอเครื่องจำลองจริงยืนยันการทำงานของทุกฟังก์ชัน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(1/8)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ระบบสมาชิกและความปลอดภัย (Authentication Suite)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รองรับ One-Tap Account Switching, การล็อกอินมาตรฐาน และการสมัครสมาชิกใหม่</a:t>
            </a:r>
          </a:p>
        </p:txBody>
      </p:sp>
      <p:pic>
        <p:nvPicPr>
          <p:cNvPr id="6" name="Picture 5" descr="mockup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1883602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69280"/>
            <a:ext cx="33832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33872"/>
            <a:ext cx="30175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🔑 1. Switch Account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จดจำบัญชีล่าสุดในเครื่อง สลับบัญชีง่ายดายในคลิกเดียว</a:t>
            </a:r>
          </a:p>
        </p:txBody>
      </p:sp>
      <p:pic>
        <p:nvPicPr>
          <p:cNvPr id="9" name="Picture 8" descr="mockup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45920"/>
            <a:ext cx="1883602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0" y="5669280"/>
            <a:ext cx="33832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833872"/>
            <a:ext cx="30175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📝 2. Clean Login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ช่องกรอกสะอาดตา มีปุ่มซ่อน/แสดงรหัสผ่าน และแจ้งเตือนชัดเจน</a:t>
            </a:r>
          </a:p>
        </p:txBody>
      </p:sp>
      <p:pic>
        <p:nvPicPr>
          <p:cNvPr id="12" name="Picture 11" descr="mockup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645920"/>
            <a:ext cx="1883602" cy="3931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46720" y="5669280"/>
            <a:ext cx="33832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833872"/>
            <a:ext cx="301752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✨ 3. Register Screen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ตรวจสอบความถูกต้องของฟอร์ม (Validation) ก่อนบันทึกลง Postgres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(2/8)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หน้าฟีดและคอมเมนต์ (Social Feed &amp; Discussion)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ระบบแสดงโพสต์ภาพแมวส้มแบบมัลติโฟโต้ สตอรี่แมว และการสนทนาใต้โพสต์</a:t>
            </a:r>
          </a:p>
        </p:txBody>
      </p:sp>
      <p:pic>
        <p:nvPicPr>
          <p:cNvPr id="6" name="Picture 5" descr="mockup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pic>
        <p:nvPicPr>
          <p:cNvPr id="7" name="Picture 6" descr="mockup_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2277845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645920"/>
            <a:ext cx="5577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810512"/>
            <a:ext cx="5212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🐾 ฟีเจอร์เด่นบนหน้า Feed &amp; Comments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Cat Stories Bar: แถบวงกลมแสดงสตอรี่ของแมวแต่ละตัว พร้อมเครื่องหมายบวกเพิ่มสตอรี่ของตนเอง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Multi-Photo Carousel: โพสต์ของ testcat รองรับการเลื่อนดูรูปได้สูงสุด 5 ภาพ พร้อมตัวเลข (1/5) และ Dots Indicator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Optimistic Like: แตะปุ๊บหัวใจเปลี่ยนเป็นสีแดงและเพิ่มตัวเลขทันทีโดยไม่ต้องรอ API Response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Location &amp; Tagged Cats: แสดงพิกัด 'The Legacy Hotel Nana, Bangkok' และแท็กเพื่อนแมว @testcat2 บนรูปภาพ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Comments Bottom Sheet: แตะดูความคิดเห็นและร่วมคอมเมนต์ใต้โพสต์แบบเรียลไทม์ พร้อมแสดงสถานะ Original 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(3/8)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หน้าสำรวจและค้นหา (Explore &amp; Discovery Grid)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ค้นหาน้องแมวตามสายพันธุ์ ค้นหาแฮชแท็ก และตารางภาพแมวยอดนิยมแบบมี Reels</a:t>
            </a:r>
          </a:p>
        </p:txBody>
      </p:sp>
      <p:pic>
        <p:nvPicPr>
          <p:cNvPr id="6" name="Picture 5" descr="mockup_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74720" y="1645920"/>
            <a:ext cx="7955279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7589519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🔍 ฟังก์ชันเด่นบนหน้า Explore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Instant Cat Search Bar: ช่องค้นหาอัจฉริยะ ค้นหาได้ทั้งชื่อน้องแมว, สายพันธุ์, และ #แฮชแท็ก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Dynamic Breed Filter Chips: แถบปุ่มคัดกรองหมวดหมู่อย่างรวดเร็ว เช่น #Trending, Reels, Ragdoll, Funny Cats, Kittens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Masonry Media Grid: ตารางแสดงรูปภาพน้องแมวและคลิปวิดีโอที่ดึงสดจากเซิร์ฟเวอร์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Reels &amp; Carousel Badges: ไอคอนแสดงประเภทสื่อบนมุมขวาบน เช่น ไอคอนกล้องวิดีโอสำหรับคลิป Reels และไอคอนซ้อนสำหรับอัลบั้มรูป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Interactive Navigation: แตะรูปภาพใดๆ เพื่อเปิดดูโพสต์ฉบับเต็มและกดติดตามเจ้าของแมวได้ทันที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(4/8)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สตูดิโอสร้างโพสต์ (Content Creation &amp; Media Studio)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ระบบคัดเลือกภาพมัลติมีเดียสไตล์อินสตาแกรม และหน้าแต่งโพสต์พร้อมฟิลเตอร์</a:t>
            </a:r>
          </a:p>
        </p:txBody>
      </p:sp>
      <p:pic>
        <p:nvPicPr>
          <p:cNvPr id="6" name="Picture 5" descr="mockup_create_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pic>
        <p:nvPicPr>
          <p:cNvPr id="7" name="Picture 6" descr="mockup_post_compo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2277845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645920"/>
            <a:ext cx="5577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810512"/>
            <a:ext cx="5212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📸 ฟีเจอร์สร้างสรรค์โพสต์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Instagram-style Custom Gallery Picker: หน้าเลือกรูปภาพจากเครื่องพร้อมปุ่มกล้อง และวงแหวนเลือกภาพหลายใบ (Multi-Select)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Media Mode Switcher: สลับโหมดการสร้างได้ง่ายระหว่าง POST, STORY และ REELS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Live Cat Photo Filters: ฟิลเตอร์ปรับแต่งภาพแมว 5 อารมณ์ (Normal, Warm Glow, Golden Hour, Vintage Cat, Soft Purr)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Popular Cat Hashtag Pills: ปุ่มแฮชแท็กสำเร็จรูปแตะแล้วเพิ่มลงข้อความทันที เช่น #CatLife, #Purrfect, #Meow, #Caturday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AI Assistant &amp; Tagging: ปุ่มเรียก AI และปุ่มแท็กเพื่อนแมวกับสถานที่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(5/8)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ผู้ช่วยแคปชันอัจฉริยะ (Gemini Vision AI Assistant)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วิเคราะห์ลักษณะภาพแมวและสร้างคำบรรยายภาษาไทย 4 สไตล์อัตโนมัติ</a:t>
            </a:r>
          </a:p>
        </p:txBody>
      </p:sp>
      <p:pic>
        <p:nvPicPr>
          <p:cNvPr id="6" name="Picture 5" descr="mockup_ai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74720" y="1645920"/>
            <a:ext cx="7955279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7589519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🤖 เจาะลึกความฉลาดของ Gemini 2.5 Flash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Multimodal Image Understanding: โมเดลวิเคราะห์สีขน, อารมณ์ทางสายตา, และพฤติกรรมของแมวในรูปภาพอย่างละเอียด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4 Personality Tones: เลือกอารมณ์ได้ 4 แบบ ได้แก่ 'น่ารัก' 💖, 'ตลก' 😹, 'กวนๆ' 😼 และ 'สั้นกระชับ' ⚡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Authentic Thai Feline Slang: ใช้ภาษาพูดที่คนรักแมวชื่นชอบ พร้อมอีโมจิแมว เช่น 'งอยย ตาแป๋วขนาดนี้...', 'เจ้าส้มจอมกวน 🧡'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One-Tap Caption Insertion: ผู้ใช้แตะแคปชันที่ชอบเพียงครั้งเดียว ข้อความจะถูกกรอกลงช่องแคปชันพร้อมโพสต์ทันที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Interactive Regenerate: กดปุ่ม 'สุ่มใหม่' เพื่อสร้างชุดแคปชันชุดใหม่จาก AI ได้ไม่จำกัดครั้ง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(6/8)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ระบบปักหมุดสถานที่ (Geolocation &amp; Place Tagging)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ระบุพิกัดอัตโนมัติด้วย GPS ร่วมกับ OpenStreetMap Reverse Geocoding</a:t>
            </a:r>
          </a:p>
        </p:txBody>
      </p:sp>
      <p:pic>
        <p:nvPicPr>
          <p:cNvPr id="6" name="Picture 5" descr="mockup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74720" y="1645920"/>
            <a:ext cx="7955279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7589519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📍 ฟังก์ชันปักหมุดสถานที่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Real-Time GPS Location: ตรวจจับพิกัดปัจจุบันผ่านแพ็กเกจ Geolocator เมื่อผู้ใช้อนุญาต Location Permission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Reverse Geocoding Engine: แปลงพิกัดละติจูด/ลองจิจูดเป็นชื่อถนนและเขตจริงผ่าน OpenStreetMap (Nominatim API)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Auto-Detected Selection: แสดงชื่อสถานที่ที่ตรวจพบพร้อมติ๊กถูกสีส้ม (เช่น 'Dinso Road, Bowon Niwet, Phra Nakhon')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Custom Place Name Editing: รองรับการพิมพ์ชื่อสถานที่เฉพาะเอง เช่น 'คาเฟ่แมวเหมียวสุขุมวิท' หรือชื่อโรงแรม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Interactive Place Search: มีช่องค้นหาสถานที่ ร้านค้า คาเฟ่ และแลนด์มาร์กสำคัญเพื่อเลือกปักหมุดได้อย่างแม่นยำ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(7/8)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ระบบแจ้งเตือนและกิจกรรม (Notifications &amp; Activity)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ติดตามทุกการเคลื่อนไหว ทั้งการกดถูกใจ การติดตามใหม่ และคอมเมนต์ใต้โพสต์</a:t>
            </a:r>
          </a:p>
        </p:txBody>
      </p:sp>
      <p:pic>
        <p:nvPicPr>
          <p:cNvPr id="6" name="Picture 5" descr="mockup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74720" y="1645920"/>
            <a:ext cx="7955279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7589519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🔔 ฟังก์ชันแจ้งเตือนแบบครบวงจร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Comprehensive Activity Feed: รวมประวัติกิจกรรมทั้งหมด เช่น 'testcat2 liked your post' และ 'started following you'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Categorized Filter Pills: ปุ่มตัวกรองด้านบนเพื่อแยกดูเฉพาะกิจกรรมที่สนใจ: All, Likes, Comments, และ Follows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Interactive Follow Button: มีปุ่ม 'Following' หรือ 'Follow Back' ให้กดติดตามเพื่อนแมวกลับได้ทันทีจากหน้านี้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Post Preview Thumbnail: แสดงภาพขนาดย่อของโพสต์ที่ถูกกดถูกใจที่มุมขวา ช่วยให้ทราบว่าถูกใจโพสต์ไหน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Real-Time Badge Counters: ตัวเลขนับการแจ้งเตือนที่ยังไม่ได้อ่านบนแถบเมนูด้านล่าง ซิงค์ตรงกับฐานข้อมูล Strapi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3: APP SHOWCASE (8/8)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โปรไฟล์และการตั้งค่าบัญชี (Profile &amp; Settings Suite)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หน้าแสดงประวัติน้องแมว สถิติจริง และหน้าแก้ไขข้อมูลโปรไฟล์พร้อมการสลับโหมดสาธารณะ</a:t>
            </a:r>
          </a:p>
        </p:txBody>
      </p:sp>
      <p:pic>
        <p:nvPicPr>
          <p:cNvPr id="6" name="Picture 5" descr="mocku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77845" cy="4754880"/>
          </a:xfrm>
          <a:prstGeom prst="rect">
            <a:avLst/>
          </a:prstGeom>
        </p:spPr>
      </p:pic>
      <p:pic>
        <p:nvPicPr>
          <p:cNvPr id="7" name="Picture 6" descr="mockup_edit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2277845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645920"/>
            <a:ext cx="5577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810512"/>
            <a:ext cx="52120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👤 ฟีเจอร์จัดการโปรไฟล์แมว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Live DB Stats: ดึงตัวเลขจริงจาก PostgreSQL: Posts (3), Followers (1), Following (1)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Paw Breed Badge: แสดงป้ายกำกับสายพันธุ์แมว 'Orange Cat' พร้อมไอคอนอุ้งเท้าสุดน่ารัก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Story Highlights: แถบวงกลมไฮไลต์เรื่องราวที่น่าประทับใจ (New, Playtime, Treats, Naps, OOTD)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Edit Profile Screen: แก้ไขรูปอวตาร, ชื่อ, ชื่อผู้ใช้ (@testcat), หมวดหมู่สายพันธุ์, เว็บไซต์ และ Bio (35/150)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Privacy &amp; Account Controls: สวิตช์เปิด/ปิด Public Profile และปุ่ม Log Out ปลอดภัย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4: PROBLEM SOLVING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ปัญหาเชิงเทคนิคและการแก้ไข: Backend &amp;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อุปสรรคจริงที่พบในฝั่งเซิร์ฟเวอร์ และการออกแบบโซลูชันแก้ไขที่ยั่งยืน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EF4444"/>
                </a:solidFill>
                <a:latin typeface="LINE Seed Sans TH"/>
                <a:cs typeface="LINE Seed Sans TH"/>
                <a:ea typeface="LINE Seed Sans TH"/>
              </a:rPr>
              <a:t>⚠️ ปัญหาที่ 1: Strapi 5 RBAC Permissions บล็อก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Endpoint ที่สร้างขึ้นใหม่ทั้งหมดติดสถานะ 403 Forbidden ทันที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Strapi 5 มี Security Model ที่บล็อกทุก Route เป็นค่าเริ่มต้น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เขียนระบบ Bootstrap Lifecycle ใน backend/src/index.ts ให้ตรวจจับ Role 'public' และ 'authenticated' แล้วสร้าง Record สิทธิ์ลงตาราง permission อัตโนมัติทุกครั้งที่บูตเซิร์ฟเวอร์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EF4444"/>
                </a:solidFill>
                <a:latin typeface="LINE Seed Sans TH"/>
                <a:cs typeface="LINE Seed Sans TH"/>
                <a:ea typeface="LINE Seed Sans TH"/>
              </a:rPr>
              <a:t>⚠️ ปัญหาที่ 2: SQLite vs PostgreSQL Sync &amp; Port 5433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ฐานข้อมูลไม่เชื่อมต่อ หรือข้อมูลบัญชีทดสอบหายหลังรีสตาร์ท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ค่าคอนฟิกเริ่มต้นสลับระหว่าง SQLite กับ Postgres (รันบนพอร์ต 5433 ไม่ใช่ 5432)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ตั้งค่า database.ts ให้ชี้ไปยัง PostgreSQL พอร์ต 5433 พร้อมซิงค์ bcrypt password hash ของบัญชี testcat และ testcat2 ให้ตรงกับ password123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⚠️ ปัญหาที่ 3: Strapi 5 Document Service &amp; Population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Response ของ Feed และ Profile ขาดรูปภาพผู้ใช้ หรือขาดข้อมูล Relations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Strapi 5 เปลี่ยนเอนจินภายในจาก Entity Service มาเป็น Document Service ซึ่งไม่ Populate ข้อมูล Relation ให้อัตโนมัติ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เขียนตัวแปลง Param ให้เรียก populate: ['media', 'user', 'likes', 'comments'] อย่างเจาะจงใน 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7939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⚠️ ปัญหาที่ 4: เครือข่าย Emulator ข้ามระบบปฏิบัติการ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ยิง API ไปที่ 127.0.0.1 แล้วเกิดข้อผิดพลาด Connection Refused บน Android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Android Emulator มอง 127.0.0.1 เป็นตัวเอง ต้องใช้ 10.0.2.2 เพื่อคุยกับคอมพิวเตอร์แม่ข่าย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เขียน ApiConfig.serverUrl ให้สลับ Host อัตโนมัติในระดับไคลเอนต์ตาม TargetPlatform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4: PROBLEM SOLVING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ปัญหาเชิงเทคนิคและการแก้ไข: Mobile, AI &amp;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การแก้ปัญหาด้านความเข้ากันได้ของระบบ ความปลอดภัย และการตอบสนองของแอป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EF4444"/>
                </a:solidFill>
                <a:latin typeface="LINE Seed Sans TH"/>
                <a:cs typeface="LINE Seed Sans TH"/>
                <a:ea typeface="LINE Seed Sans TH"/>
              </a:rPr>
              <a:t>⚠️ ปัญหาที่ 5: iOS Keychain Error (-34018)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FlutterSecureStorage ล้มเหลวและทำให้แอป Crash ทันทีที่เซฟ Token บน iOS Simulator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Simulator ขาด Entitlements ในการเข้าถึง Keychain ของระบบ macOS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ออกแบบ Multi-Tier Storage ที่ครอบ try-catch โดยหากเขียน Keychain ล้มเหลว จะสลับไปเก็บใน SharedPreferences / In-Memory Cache อัตโนมัติ ทำให้สลับบัญชีได้อย่างราบรื่น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EF4444"/>
                </a:solidFill>
                <a:latin typeface="LINE Seed Sans TH"/>
                <a:cs typeface="LINE Seed Sans TH"/>
                <a:ea typeface="LINE Seed Sans TH"/>
              </a:rPr>
              <a:t>⚠️ ปัญหาที่ 6: ขนาดรูปถ่ายจากกล้องและการอัปโหลดช้า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ภาพถ่ายขนาด 5-10 MB ส่งผลให้เกิด Request Timeout และเปลืองหน่วยความจำ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การส่งภาพ Raw โดยไม่ผ่านการบีบอัดทำให้ Network I/O ติดขัด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ติดตั้ง Image Processing Pipeline ฝั่ง Client บีบอัดเป็น JPEG คุณภาพ 85% ขนาดสูงสุดไม่เกิน 2048px ลดขนาดไฟล์ลงได้กว่า 75% โดยคุณภาพยังคงคมชัด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⚠️ ปัญหาที่ 7: Gemini Vision AI ส่ง Markdown Code Fences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JSON Decode ใน Dart ขัดข้องเมื่อ Gemini แนบ ```json หรือข้อความอธิบายนอกกรอบมา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LLM มักส่ง Markdown Formatting มาปะปนกับ Raw JSON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เขียน Regex Strip ทำความสะอาด Code Block ก่อนแปลงเข้า JSON Parser และเพิ่มชุด Fallback Captions 5 อารมณ์เพื่อรับประกันว่าแอปจะไม่มีวันค้างหรือ Crash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7939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⚠️ ปัญหาที่ 8: UI Layout Spacing &amp; Location Overflow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อาการ: หน้าจอ Add Location และ Edit Profile เกิด Yellow-Black Overflow Banner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สาเหตุ: ระยะ Padding คงที่ทับซ้อนกับ Dynamic Island และปุ่ม Bottom Navigation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วิธีแก้ไข: ปรับใช้ Responsive Layout ด้วย SingleChildScrollView, SafeArea และจัดระยะ Gap การ์ดใหม่ทั้งหมดให้รองรับทุกขนาดหน้าจออย่างสมบูรณ์แบบ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5: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การทดสอบระบบและการรับประกันคุณภาพ (QA Matrix)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ยืนยันความพร้อมในการใช้งานระดับ Production ด้วยชุดการทดสอบอัตโนมัติรอบด้าน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✅ Automated Tests (27/27)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ชุดทดสอบอัตโนมัติรวม 27 รายการ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ผลการทดสอบ: ผ่าน 100% (Passed)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ครอบคลุม CatUser, Post, Comment, Like Models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จำลอง Network Response ทุกสถานะ (200, 401, 500)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ทดสอบ Auth State Persistence &amp; Token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🔍 Static Code Analysis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รันคำสั่ง flutter analyze ตรวจสอบทั้งโปรเจกต์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ผลลัพธ์: No issues found! (0 Warnings, 0 Errors)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จัดระเบียบ Import และลบ Unused Dependencies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ผ่านเกณฑ์ Flutter Lints และ Best Practices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โค้ดสะอาด เป็นไปตามหลัก Clean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🧪 End-to-End Live Verification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ทดสอบสดบน iPhone 16 Pro Max Simulator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ครบทั้ง 13 หน้าจอจริงแบบ Real-time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บัญชีทดสอบที่พร้อมใช้งานทันที: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• testcat / password123 (บัญชีหลัก)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• testcat2 / password123 (บัญชีรอง)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ทดสอบสร้างโพสต์, ไลก์, คอมเมนต์ และสลับบัญชีได้จริง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6: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บทเรียนสำคัญจากการพัฒนาร่วมกับ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การปฏิวัติผลิตภาพของนักพัฒนาซอฟต์แวร์ด้วยแนวคิด AI-First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💡 3 กฎเหล็กของการเป็น AI Software Engineer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1. Specification is King: สเปกที่ชัดเจนคือตัวกำหนดคุณภาพงาน AI ทำงานตามสเปกได้อย่างไร้ที่ติเมื่อเรามี Data Contract และ Acceptance Criteria ที่รัดกุม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2. Engineer as the Chief Architect: วิศวกรมนุษย์ต้องทำหน้าที่เป็นสถาปนิกผู้คุมทิศทาง กำหนด Boundaries, Security Model และกติกา ไม่ปล่อยให้ AI สร้างโค้ดสะเปะสะปะ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3. Resilient Fault-Tolerant Design: ความสำเร็จของซอฟต์แวร์อยู่ที่การรับมือกับ Edge Cases เช่น Fallback Storage เมื่อ Keychain พัง, Fallback Captions เมื่อ AI ขัดข้อง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8B5CF6"/>
                </a:solidFill>
                <a:latin typeface="LINE Seed Sans TH"/>
                <a:cs typeface="LINE Seed Sans TH"/>
                <a:ea typeface="LINE Seed Sans TH"/>
              </a:rPr>
              <a:t>🚀 การประเมินผลิตภาพ (Productivity Multiplier)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Velocity: พัฒนาแอป Full-Stack ขนาด 13 หน้าจอพร้อม Backend และ AI เสร็จสิ้นในเวลาที่สั้นลงกว่า 80%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Reduced Boilerplate Fatigue: ลดภาระการเขียน DTO, Model Parsing, และ CRUD Controllers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Seamless Full-Stack Alignment: การสั่งให้ AI แก้ไขทั้ง Dart และ TypeScript ควบคู่กันช่วยลดปัญหา API Mismatch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Enhanced Verification: การสั่งให้ AI แคปเจอร์หน้าจอและอ่าน Log ใน Terminal ช่วยให้ตรวจสอบงานได้แม่นยำยิ่งขึ้น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altLang="th-TH">
                <a:solidFill>
                  <a:srgbClr val="FF8A3D"/>
                </a:solidFill>
                <a:latin typeface="LINE Seed Sans TH"/>
                <a:cs typeface="LINE Seed Sans TH"/>
                <a:ea typeface="LINE Seed Sans TH"/>
              </a:rPr>
              <a:t>PART 6: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altLang="th-TH">
                <a:solidFill>
                  <a:srgbClr val="F8FAFC"/>
                </a:solidFill>
                <a:latin typeface="LINE Seed Sans TH"/>
                <a:cs typeface="LINE Seed Sans TH"/>
                <a:ea typeface="LINE Seed Sans TH"/>
              </a:rPr>
              <a:t>ทิศทางการพัฒนาต่อยอด และสรุปผลงาน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InstaCat พร้อมแล้วสำหรับการขยายผลสู่แพลตฟอร์มคอมมูนิตี้ระดับโลก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0EA5E9"/>
                </a:solidFill>
                <a:latin typeface="LINE Seed Sans TH"/>
                <a:cs typeface="LINE Seed Sans TH"/>
                <a:ea typeface="LINE Seed Sans TH"/>
              </a:rPr>
              <a:t>🔮 แผนพัฒนาต่อยอด (Future Roadmap)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1. Push Notifications (FCM): ระบบแจ้งเตือนแจ้งเตือนเข้ามือถือเมื่อมีคนมากดถูกใจหรือคอมเมนต์น้องแมว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2. AI Cat Breed Classifier: สแกนภาพแมวแล้วระบุสายพันธุ์และแนะนำวิธีดูแลเฉพาะสายพันธุ์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3. Video Streaming Stories: รองรับการอัปโหลดคลิปวิดีโอสั้นของน้องแมวความยาว 15-30 วินาที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4. Direct Messaging (Cat Chat): ระบบส่งข้อความส่วนตัวระหว่างเจ้าของสัตว์เลี้ยง พร้อมแชร์รูปภาพ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5. Adoption &amp; Lost Pets Board: กระดานหาบ้านใหม่ให้น้องแมวและตามหาแมวหาย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0195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altLang="th-TH">
                <a:solidFill>
                  <a:srgbClr val="10B981"/>
                </a:solidFill>
                <a:latin typeface="LINE Seed Sans TH"/>
                <a:cs typeface="LINE Seed Sans TH"/>
                <a:ea typeface="LINE Seed Sans TH"/>
              </a:rPr>
              <a:t>🎉 สรุปผลการส่งมอบ (Delivery Summary)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✅ 13 หน้าจอของแอปพลิเคชันทำงานได้จริง 100%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✅ เชื่อมต่อ Flutter ↔ Strapi 5 ↔ PostgreSQL ↔ Gemini AI ครบวงจร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✅ 27 Automated Tests ผ่าน 100% พร้อม Static Analysis ผ่านฉลุย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✅ เอกสารสเปก ระบบ API Reference และ Setup Guide ครบถ้วน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✅ พร้อมสำหรับการเดโมสด และใช้งานบนระบบจริง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</a:t>
            </a:r>
          </a:p>
          <a:p>
            <a:pPr>
              <a:spcAft>
                <a:spcPts val="500"/>
              </a:spcAft>
            </a:pPr>
            <a:r>
              <a:rPr sz="1150" b="0" altLang="th-TH">
                <a:solidFill>
                  <a:srgbClr val="94A3B8"/>
                </a:solidFill>
                <a:latin typeface="LINE Seed Sans TH"/>
                <a:cs typeface="LINE Seed Sans TH"/>
                <a:ea typeface="LINE Seed Sans TH"/>
              </a:rPr>
              <a:t>• 🙏 ขอขอบคุณทุกท่านครับ พร้อมตอบทุกคำถาม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